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4" r:id="rId8"/>
    <p:sldId id="263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/>
              <a:t>Top 5 Products with Highest Excess Inventory Value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Excess Inventory Value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Board Game</c:v>
                </c:pt>
                <c:pt idx="1">
                  <c:v>Soft Toy</c:v>
                </c:pt>
                <c:pt idx="2">
                  <c:v>Puzzle</c:v>
                </c:pt>
                <c:pt idx="3">
                  <c:v>Lego Set</c:v>
                </c:pt>
                <c:pt idx="4">
                  <c:v>Doll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575239.57999999996</c:v>
                </c:pt>
                <c:pt idx="1">
                  <c:v>401392.65</c:v>
                </c:pt>
                <c:pt idx="2">
                  <c:v>381745.03</c:v>
                </c:pt>
                <c:pt idx="3">
                  <c:v>375629.24</c:v>
                </c:pt>
                <c:pt idx="4">
                  <c:v>364747.92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54-456F-BAA5-E8590FF1A1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/>
              <a:t>Products Frequently Out of Stock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Count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Board Game</c:v>
                </c:pt>
                <c:pt idx="1">
                  <c:v>Card Game</c:v>
                </c:pt>
                <c:pt idx="2">
                  <c:v>Soft Toy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8-4C92-A19B-A777861B2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Seasonal Sales Trend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Off Season</c:v>
                </c:pt>
                <c:pt idx="1">
                  <c:v>Diwali</c:v>
                </c:pt>
                <c:pt idx="2">
                  <c:v>Winter Sale</c:v>
                </c:pt>
                <c:pt idx="3">
                  <c:v>Summer Break</c:v>
                </c:pt>
                <c:pt idx="4">
                  <c:v>Christmas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53011</c:v>
                </c:pt>
                <c:pt idx="1">
                  <c:v>51680</c:v>
                </c:pt>
                <c:pt idx="2">
                  <c:v>49486</c:v>
                </c:pt>
                <c:pt idx="3">
                  <c:v>49405</c:v>
                </c:pt>
                <c:pt idx="4">
                  <c:v>47101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E8-4D85-A41A-AF5F40033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9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0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3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3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8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3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5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2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3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7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098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73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119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1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1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3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3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ToyJoy</a:t>
            </a:r>
            <a:r>
              <a:rPr dirty="0"/>
              <a:t> Inventory Optimization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Prepaid by:- Tanmay </a:t>
            </a:r>
            <a:r>
              <a:rPr lang="en-IN" dirty="0" err="1"/>
              <a:t>Parial</a:t>
            </a:r>
            <a:br>
              <a:rPr lang="en-IN" dirty="0"/>
            </a:br>
            <a:r>
              <a:rPr dirty="0"/>
              <a:t>Data-driven insights on overstock, stockouts, and seasonal demand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🧸 Products Tying Up Capital in Excess Inventory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rPr dirty="0"/>
              <a:t>Seasonal Demand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26982"/>
            <a:ext cx="3519949" cy="3610258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Winter Sale and Summer Break drive high unit sales.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Off-season months show sluggish performance.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Promotions and limited-time offers can help boost off-season sales.</a:t>
            </a:r>
          </a:p>
        </p:txBody>
      </p:sp>
      <p:pic>
        <p:nvPicPr>
          <p:cNvPr id="4" name="Picture 3" descr="season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10" y="1819656"/>
            <a:ext cx="4267297" cy="3617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Excess Inventory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184" y="1696064"/>
            <a:ext cx="3559285" cy="3692013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Excess inventory concentrated in Dolls and Puzzles categories.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Overstock increases holding costs and reduces profitability.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Plan clearance campaigns and optimize reorder cycles.</a:t>
            </a:r>
          </a:p>
        </p:txBody>
      </p:sp>
      <p:pic>
        <p:nvPicPr>
          <p:cNvPr id="4" name="Picture 3" descr="excess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469" y="1696064"/>
            <a:ext cx="4617228" cy="33970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1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⚠️ Frequently Out-of-Stock Products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📆 Seasonal Sales Summary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Inventory Turnover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77" y="1773749"/>
            <a:ext cx="3696930" cy="3722484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Action Toys and Games have faster movement through inventory.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Puzzles and Dolls show lower turnover — may require discounting or reduced orders.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Optimized stock levels prevent capital lock-in.</a:t>
            </a:r>
          </a:p>
        </p:txBody>
      </p:sp>
      <p:pic>
        <p:nvPicPr>
          <p:cNvPr id="4" name="Picture 3" descr="turnover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03" y="1773749"/>
            <a:ext cx="3687098" cy="3594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Top 10 Products by Revenue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1"/>
            <a:ext cx="3342969" cy="3719100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Lego Sets, Remote Cars, and Board Games dominate revenue generation.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Top 10 products contribute ~70% of total sales (Pareto 80/20 principle).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dirty="0"/>
              <a:t>Strategically maintain higher safety stock for top SKUs.</a:t>
            </a:r>
          </a:p>
        </p:txBody>
      </p:sp>
      <p:pic>
        <p:nvPicPr>
          <p:cNvPr id="4" name="Picture 3" descr="revenue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12" y="2286000"/>
            <a:ext cx="4748981" cy="3357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56207" cy="707923"/>
          </a:xfrm>
        </p:spPr>
        <p:txBody>
          <a:bodyPr/>
          <a:lstStyle/>
          <a:p>
            <a:r>
              <a:rPr dirty="0"/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" y="707922"/>
            <a:ext cx="8074152" cy="537824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dirty="0"/>
              <a:t>• Overstocked items such as Board Games and Soft Toys are tying up significant capital.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Card and Board Games frequently face stockouts — requiring better reorder management.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Seasonal sales peaks occur during Off Season and Diwali.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Recommendation: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   - Reduce production of overstocked products.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   - Increase stock for high-demand items before festive seasons.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   - Implement predictive forecasting for next-year demand cycles.</a:t>
            </a:r>
            <a:endParaRPr lang="en-IN" dirty="0"/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dirty="0"/>
              <a:t>Automate stockout alerts and real-time replenishment systems.</a:t>
            </a:r>
          </a:p>
          <a:p>
            <a:pPr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dirty="0"/>
              <a:t>Long-term: Implement JIT and data-driven reorder optimization.</a:t>
            </a:r>
          </a:p>
          <a:p>
            <a:pPr marL="0" indent="0">
              <a:lnSpc>
                <a:spcPct val="150000"/>
              </a:lnSpc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281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ToyJoy Inventory Optimization Report</vt:lpstr>
      <vt:lpstr>PowerPoint Presentation</vt:lpstr>
      <vt:lpstr>Seasonal Demand Trends</vt:lpstr>
      <vt:lpstr>Excess Inventory by Category</vt:lpstr>
      <vt:lpstr>PowerPoint Presentation</vt:lpstr>
      <vt:lpstr>PowerPoint Presentation</vt:lpstr>
      <vt:lpstr>Inventory Turnover by Category</vt:lpstr>
      <vt:lpstr>Top 10 Products by Revenue Contribution</vt:lpstr>
      <vt:lpstr>Summary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TANMAY PARIAL</cp:lastModifiedBy>
  <cp:revision>4</cp:revision>
  <dcterms:created xsi:type="dcterms:W3CDTF">2013-01-27T09:14:16Z</dcterms:created>
  <dcterms:modified xsi:type="dcterms:W3CDTF">2025-11-06T11:08:34Z</dcterms:modified>
  <cp:category/>
</cp:coreProperties>
</file>